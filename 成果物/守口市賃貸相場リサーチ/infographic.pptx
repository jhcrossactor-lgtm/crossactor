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eh\AppData\Local\Temp\infographic-OibVQa\shee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8750" y="406400"/>
            <a:ext cx="4161384" cy="18288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" b="1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2026</a:t>
            </a:r>
            <a:endParaRPr lang="en-US" sz="100" dirty="0"/>
          </a:p>
        </p:txBody>
      </p:sp>
      <p:sp>
        <p:nvSpPr>
          <p:cNvPr id="4" name="Text 1"/>
          <p:cNvSpPr/>
          <p:nvPr/>
        </p:nvSpPr>
        <p:spPr>
          <a:xfrm>
            <a:off x="609448" y="2223453"/>
            <a:ext cx="10970057" cy="2547938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" b="1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守口市周辺</a:t>
            </a:r>
            <a:endParaRPr lang="en-US" sz="100" dirty="0"/>
          </a:p>
          <a:p>
            <a:pPr indent="0" marL="0">
              <a:buNone/>
            </a:pPr>
            <a:r>
              <a:rPr lang="en-US" sz="100" b="1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賃貸家賃相場と</a:t>
            </a:r>
            <a:endParaRPr lang="en-US" sz="100" dirty="0"/>
          </a:p>
          <a:p>
            <a:pPr indent="0" marL="0">
              <a:buNone/>
            </a:pPr>
            <a:r>
              <a:rPr lang="en-US" sz="100" b="1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5年後予測</a:t>
            </a:r>
            <a:endParaRPr lang="en-US" sz="100" dirty="0"/>
          </a:p>
        </p:txBody>
      </p:sp>
      <p:sp>
        <p:nvSpPr>
          <p:cNvPr id="5" name="Text 2"/>
          <p:cNvSpPr/>
          <p:nvPr/>
        </p:nvSpPr>
        <p:spPr>
          <a:xfrm>
            <a:off x="609448" y="4974590"/>
            <a:ext cx="7898377" cy="71501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大阪府北東部エリアの現状データと、なにわ筋線開業（2031年）を見据えた市場展望を可視化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84409" y="6543040"/>
            <a:ext cx="11620134" cy="17272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/ 5　出典: SUUMO・ホームメイト・ホームズ・PRIMA 各掲載データより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eh\AppData\Local\Temp\infographic-OibVQa\sheet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4409" y="2113280"/>
            <a:ext cx="11620134" cy="17272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A8A29E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出典: SUUMO・ホームメイト・ホームズ・アットホーム 各掲載データより（2026年調査）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eh\AppData\Local\Temp\infographic-OibVQa\sheet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eh\AppData\Local\Temp\infographic-OibVQa\sheet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448" y="19368"/>
            <a:ext cx="10970057" cy="2133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EA580C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2031 FORECAST SCENARIO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448" y="334328"/>
            <a:ext cx="10970057" cy="6146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C2410C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5年後（2031年）予測 — 二極化するシナリオ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14171" y="3562033"/>
            <a:ext cx="4469282" cy="2590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なにわ筋線開業（2031年）で沿線地価に上昇圧力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14171" y="3882073"/>
            <a:ext cx="4469282" cy="5181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大阪市中心部へのアクセス向上 → 周辺エリアの需要刺激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4171" y="4461193"/>
            <a:ext cx="4469282" cy="2590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設備・デザインが優れた物件は空室リスクが低い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14171" y="4781233"/>
            <a:ext cx="4469282" cy="5181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大阪市の賃料上昇トレンド（+2.2%/年水準）の波及効果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05498" y="3562033"/>
            <a:ext cx="4469282" cy="5181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守口市の人口は1980年以降一貫して減少、需要の絶対量が縮小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805498" y="4141153"/>
            <a:ext cx="4469282" cy="5181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築20年超の物件はすでに新築比15〜25%割安でも空室リスク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805498" y="4720273"/>
            <a:ext cx="4469282" cy="2590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大阪万博後の需要変動（方向性は不確実）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05498" y="5040313"/>
            <a:ext cx="4469282" cy="5181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設備・デザイン未改修のまま放置すると下落リスクが拡大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84409" y="6543040"/>
            <a:ext cx="11620134" cy="17272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A8A29E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2031年の家賃に関する公式予測値は現時点で存在せず、市場トレンド・開発計画・人口動態からの定性的推測。確定的な予測ではありません。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iceh\AppData\Local\Temp\infographic-OibVQa\sheet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448" y="337820"/>
            <a:ext cx="10970057" cy="2133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EA580C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KEY TAKEAWAYS</a:t>
            </a: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448" y="652780"/>
            <a:ext cx="10970057" cy="61468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C2410C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押さえるべき3つのポイントとなにわ筋線の影響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448" y="1694180"/>
            <a:ext cx="5322509" cy="142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01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現在の家賃は大阪市中心部より割安。単身向け4〜5万円台、ファミリー向け7〜9万円台が中心で、マンション物件が多いのが守口市の特徴。大阪市中心部に比べて2〜5万円程度の割安感がある。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448" y="3258820"/>
            <a:ext cx="5322509" cy="142240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02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人口減少が続き、市場は縮小傾向。守口市は1980年以降一貫して人口が減少。大阪府全体でも年間2〜3万人ペースで減少しており、賃貸需要の絶対量が縮む構造的リスクを抱えている。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448" y="4823460"/>
            <a:ext cx="5322509" cy="169672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03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A1A1A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物件によって明暗が分かれる二極化の時代へ。好立地・好設備物件は+5〜10%の上昇可能性、築古・未改修物件は横ばい〜下落リスク。なにわ筋線（2031年開業）が好立地物件の価値をさらに押し上げる可能性がある。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41404" y="4227830"/>
            <a:ext cx="4753691" cy="24384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大阪市周辺エリアの地価に上昇圧力として作用する可能性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41404" y="4552950"/>
            <a:ext cx="4753691" cy="24384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大阪中心部へのアクセス改善 → 周辺住宅需要の掘り起こし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541404" y="4878070"/>
            <a:ext cx="4753691" cy="24384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沿線・駅近物件は需要増・賃料上昇の恩恵を受けやすい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541404" y="5203190"/>
            <a:ext cx="4753691" cy="24384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人口減少との相殺効果に不確実性あり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41404" y="5869940"/>
            <a:ext cx="4753691" cy="36576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開業効果の方向性・大きさは現時点では定性的な見通しにとどまります。投資判断の際は最新情報をご確認ください。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84409" y="6543040"/>
            <a:ext cx="11620134" cy="172720"/>
          </a:xfrm>
          <a:prstGeom prst="rect">
            <a:avLst/>
          </a:prstGeom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A8A29E">
                    <a:alpha val="0"/>
                  </a:srgbClr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出典: SUUMO / ホームメイト / ホームズ / PRIMA / 守口市総合基本計画データ集 / 三菱地所リアルエステートサービス (2024) ／ 本インフォグラフィックは参考情報であり、投資助言ではありません。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2026-04-29T15:18:16Z</dcterms:created>
  <dcterms:modified xsi:type="dcterms:W3CDTF">2026-04-29T15:18:16Z</dcterms:modified>
</cp:coreProperties>
</file>